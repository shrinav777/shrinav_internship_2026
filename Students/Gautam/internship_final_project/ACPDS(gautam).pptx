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194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8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73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2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1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4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54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87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85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9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06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1473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46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34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51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813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79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95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75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AGRICULTURE CROP PRICE DISPLAY SYSTEM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01901"/>
            <a:ext cx="8229600" cy="3822700"/>
          </a:xfrm>
        </p:spPr>
        <p:txBody>
          <a:bodyPr/>
          <a:lstStyle/>
          <a:p>
            <a:r>
              <a:rPr lang="en-IN" dirty="0"/>
              <a:t>A Web-Based Agriculture Crop Price Display System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Providing Farmers with Current Crop Prices Across Different States and Markets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Developed by: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	Gautam Parmar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What is Agriculture Crop Price Display?</a:t>
            </a:r>
          </a:p>
          <a:p>
            <a:r>
              <a:rPr lang="en-IN" dirty="0"/>
              <a:t>Agriculture is the backbone of many countries. </a:t>
            </a:r>
          </a:p>
          <a:p>
            <a:r>
              <a:rPr lang="en-IN" dirty="0"/>
              <a:t>Farmers need accurate and up-to-date crop price information before selling their produce. </a:t>
            </a:r>
          </a:p>
          <a:p>
            <a:r>
              <a:rPr lang="en-IN" dirty="0"/>
              <a:t>Crop prices vary across different states and markets. </a:t>
            </a:r>
          </a:p>
          <a:p>
            <a:r>
              <a:rPr lang="en-IN" dirty="0"/>
              <a:t>A Crop Price Display System provides users with current crop prices from various markets through a simple web application. 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The Goal</a:t>
            </a:r>
          </a:p>
          <a:p>
            <a:r>
              <a:rPr lang="en-IN" dirty="0"/>
              <a:t>Display current crop prices from different states and markets. </a:t>
            </a:r>
          </a:p>
          <a:p>
            <a:r>
              <a:rPr lang="en-IN" dirty="0"/>
              <a:t>Help farmers compare crop prices before selling. </a:t>
            </a:r>
          </a:p>
          <a:p>
            <a:r>
              <a:rPr lang="en-IN" dirty="0"/>
              <a:t>Provide quick and easy access to crop price information. </a:t>
            </a:r>
          </a:p>
          <a:p>
            <a:r>
              <a:rPr lang="en-IN" dirty="0"/>
              <a:t>Simplify crop data management through an admin dashboard. </a:t>
            </a:r>
          </a:p>
          <a:p>
            <a:r>
              <a:rPr lang="en-IN" dirty="0"/>
              <a:t>Improve decision-making by providing reliable market price information.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707" y="508735"/>
            <a:ext cx="6377940" cy="1293028"/>
          </a:xfrm>
        </p:spPr>
        <p:txBody>
          <a:bodyPr/>
          <a:lstStyle/>
          <a:p>
            <a:r>
              <a:rPr dirty="0"/>
              <a:t>Problem Statement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1261"/>
            <a:ext cx="8229600" cy="495366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3600" b="1" dirty="0"/>
              <a:t>The Problem</a:t>
            </a:r>
          </a:p>
          <a:p>
            <a:r>
              <a:rPr lang="en-IN" sz="3600" dirty="0"/>
              <a:t>Crop price information is often difficult to access because:</a:t>
            </a:r>
          </a:p>
          <a:p>
            <a:r>
              <a:rPr lang="en-IN" sz="3600" dirty="0"/>
              <a:t>Crop prices vary across different states and markets. </a:t>
            </a:r>
          </a:p>
          <a:p>
            <a:r>
              <a:rPr lang="en-IN" sz="3600" dirty="0"/>
              <a:t>Farmers may not have easy access to updated market price information. </a:t>
            </a:r>
          </a:p>
          <a:p>
            <a:r>
              <a:rPr lang="en-IN" sz="3600" dirty="0"/>
              <a:t>Manual collection of crop price data is time-consuming. </a:t>
            </a:r>
          </a:p>
          <a:p>
            <a:r>
              <a:rPr lang="en-IN" sz="3600" dirty="0"/>
              <a:t>Lack of centralized information makes price comparison difficult. </a:t>
            </a:r>
          </a:p>
          <a:p>
            <a:r>
              <a:rPr lang="en-IN" sz="3600" dirty="0"/>
              <a:t>Farmers may miss better selling opportunities due to limited market knowledge. </a:t>
            </a:r>
          </a:p>
          <a:p>
            <a:br>
              <a:rPr lang="en-IN" sz="3600" dirty="0"/>
            </a:br>
            <a:endParaRPr lang="en-IN" sz="3600" dirty="0"/>
          </a:p>
          <a:p>
            <a:pPr marL="0" indent="0">
              <a:buNone/>
            </a:pPr>
            <a:r>
              <a:rPr lang="en-IN" sz="3600" b="1" dirty="0"/>
              <a:t>The Solution</a:t>
            </a:r>
          </a:p>
          <a:p>
            <a:r>
              <a:rPr lang="en-IN" sz="3600" dirty="0"/>
              <a:t>A web-based </a:t>
            </a:r>
            <a:r>
              <a:rPr lang="en-IN" sz="3600" b="1" dirty="0"/>
              <a:t>Crop Price Display System</a:t>
            </a:r>
            <a:r>
              <a:rPr lang="en-IN" sz="3600" dirty="0"/>
              <a:t> that provides:</a:t>
            </a:r>
          </a:p>
          <a:p>
            <a:r>
              <a:rPr lang="en-IN" sz="3600" dirty="0"/>
              <a:t>Easy access to crop prices from different states and markets. </a:t>
            </a:r>
          </a:p>
          <a:p>
            <a:r>
              <a:rPr lang="en-IN" sz="3600" dirty="0"/>
              <a:t>Quick search functionality to find crop price details. </a:t>
            </a:r>
          </a:p>
          <a:p>
            <a:r>
              <a:rPr lang="en-IN" sz="3600" dirty="0"/>
              <a:t>Centralized database management for crop information. </a:t>
            </a:r>
          </a:p>
          <a:p>
            <a:r>
              <a:rPr lang="en-IN" sz="3600" dirty="0"/>
              <a:t>User-friendly interface for farmers and traders. </a:t>
            </a:r>
          </a:p>
          <a:p>
            <a:r>
              <a:rPr lang="en-IN" sz="3600" dirty="0"/>
              <a:t>Scalable architecture that can support future integration with live market APIs, price trends, and mobile applications. </a:t>
            </a:r>
          </a:p>
          <a:p>
            <a:r>
              <a:rPr lang="en-IN" sz="3600" dirty="0"/>
              <a:t>Better decision-making by providing reliable crop price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sz="5500" b="1" dirty="0"/>
              <a:t>Key Features</a:t>
            </a:r>
          </a:p>
          <a:p>
            <a:pPr>
              <a:lnSpc>
                <a:spcPct val="120000"/>
              </a:lnSpc>
            </a:pPr>
            <a:r>
              <a:rPr lang="en-IN" sz="4000" b="1" dirty="0"/>
              <a:t>Crop Price Display: </a:t>
            </a:r>
            <a:r>
              <a:rPr lang="en-IN" sz="4000" dirty="0"/>
              <a:t>View current prices of different crops from various states and markets. </a:t>
            </a:r>
          </a:p>
          <a:p>
            <a:pPr>
              <a:lnSpc>
                <a:spcPct val="120000"/>
              </a:lnSpc>
            </a:pPr>
            <a:r>
              <a:rPr lang="en-IN" sz="4000" b="1" dirty="0"/>
              <a:t>Crop Search Functionality: </a:t>
            </a:r>
            <a:r>
              <a:rPr lang="en-IN" sz="4000" dirty="0"/>
              <a:t>Search for a specific crop name and get related price details instantly. </a:t>
            </a:r>
          </a:p>
          <a:p>
            <a:pPr>
              <a:lnSpc>
                <a:spcPct val="120000"/>
              </a:lnSpc>
            </a:pPr>
            <a:r>
              <a:rPr lang="en-IN" sz="4000" b="1" dirty="0"/>
              <a:t>State and Market Information: </a:t>
            </a:r>
            <a:r>
              <a:rPr lang="en-IN" sz="4000" dirty="0"/>
              <a:t>Access crop prices along with corresponding state and market details. </a:t>
            </a:r>
          </a:p>
          <a:p>
            <a:pPr>
              <a:lnSpc>
                <a:spcPct val="120000"/>
              </a:lnSpc>
            </a:pPr>
            <a:r>
              <a:rPr lang="en-IN" sz="4000" b="1" dirty="0"/>
              <a:t>Responsive and User-Friendly Interface: </a:t>
            </a:r>
            <a:r>
              <a:rPr lang="en-IN" sz="4000" dirty="0"/>
              <a:t>Simple and interactive web interface built using React for easy access. </a:t>
            </a:r>
          </a:p>
          <a:p>
            <a:pPr>
              <a:lnSpc>
                <a:spcPct val="120000"/>
              </a:lnSpc>
            </a:pPr>
            <a:r>
              <a:rPr lang="en-IN" sz="4000" b="1" dirty="0"/>
              <a:t>Secure Data Management</a:t>
            </a:r>
            <a:br>
              <a:rPr lang="en-IN" sz="4000" dirty="0"/>
            </a:br>
            <a:r>
              <a:rPr lang="en-IN" sz="4000" dirty="0"/>
              <a:t>Efficiently store and manage crop price records using MySQL and Express.js. </a:t>
            </a:r>
          </a:p>
          <a:p>
            <a:pPr>
              <a:lnSpc>
                <a:spcPct val="120000"/>
              </a:lnSpc>
            </a:pPr>
            <a:r>
              <a:rPr lang="en-IN" sz="4000" b="1" dirty="0"/>
              <a:t>Admin Dashboard Management: </a:t>
            </a:r>
            <a:r>
              <a:rPr lang="en-IN" sz="4000" dirty="0"/>
              <a:t>Perform CRUD operations to add, update, and delete crop price information. </a:t>
            </a:r>
          </a:p>
          <a:p>
            <a:pPr>
              <a:lnSpc>
                <a:spcPct val="120000"/>
              </a:lnSpc>
            </a:pPr>
            <a:r>
              <a:rPr lang="en-IN" sz="4000" b="1" dirty="0"/>
              <a:t>Scalable System Architecture: </a:t>
            </a:r>
            <a:r>
              <a:rPr lang="en-IN" sz="4000" dirty="0"/>
              <a:t>Supports future integration with live market data, price trends, and mobile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Workflow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451104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Working Process</a:t>
            </a:r>
          </a:p>
          <a:p>
            <a:pPr>
              <a:lnSpc>
                <a:spcPct val="120000"/>
              </a:lnSpc>
            </a:pPr>
            <a:r>
              <a:rPr lang="en-IN" b="1" dirty="0"/>
              <a:t>Collect Crop Price Data: </a:t>
            </a:r>
            <a:r>
              <a:rPr lang="en-IN" dirty="0"/>
              <a:t>Gather crop price information including crop name, state, market, and price details. </a:t>
            </a:r>
          </a:p>
          <a:p>
            <a:pPr>
              <a:lnSpc>
                <a:spcPct val="120000"/>
              </a:lnSpc>
            </a:pPr>
            <a:r>
              <a:rPr lang="en-IN" b="1" dirty="0"/>
              <a:t>Store Data in Database: </a:t>
            </a:r>
            <a:r>
              <a:rPr lang="en-IN" dirty="0"/>
              <a:t>Store and manage crop price records securely using MySQL. </a:t>
            </a:r>
          </a:p>
          <a:p>
            <a:pPr>
              <a:lnSpc>
                <a:spcPct val="120000"/>
              </a:lnSpc>
            </a:pPr>
            <a:r>
              <a:rPr lang="en-IN" b="1" dirty="0"/>
              <a:t>User Search Request: </a:t>
            </a:r>
            <a:r>
              <a:rPr lang="en-IN" dirty="0"/>
              <a:t>Users enter a crop name to search for available price information. </a:t>
            </a:r>
          </a:p>
          <a:p>
            <a:pPr>
              <a:lnSpc>
                <a:spcPct val="120000"/>
              </a:lnSpc>
            </a:pPr>
            <a:r>
              <a:rPr lang="en-IN" b="1" dirty="0"/>
              <a:t>Retrieve Crop Price Details: </a:t>
            </a:r>
            <a:r>
              <a:rPr lang="en-IN" dirty="0"/>
              <a:t>The backend processes the request and fetches matching crop records from the database. 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Display Results to Users: </a:t>
            </a:r>
            <a:r>
              <a:rPr lang="en-IN" dirty="0"/>
              <a:t>The system displays crop name, state, market, and price details through the user interface.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Flow:</a:t>
            </a:r>
            <a:br>
              <a:rPr lang="en-IN" dirty="0"/>
            </a:br>
            <a:r>
              <a:rPr lang="en-IN" sz="2000" dirty="0"/>
              <a:t>Crop Price Data Collection  =&gt; Database Storage =&gt; User Search Request =&gt; Backend Data Retrieval =&gt; Crop Price Display =&gt; User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Frontend</a:t>
            </a:r>
          </a:p>
          <a:p>
            <a:r>
              <a:rPr lang="en-IN" sz="2800" dirty="0"/>
              <a:t>React.js – Builds a fast, responsive, and interactive user interface. </a:t>
            </a:r>
          </a:p>
          <a:p>
            <a:r>
              <a:rPr lang="en-IN" sz="2800" dirty="0"/>
              <a:t>HTML5 – Provides the structure of web pages. </a:t>
            </a:r>
          </a:p>
          <a:p>
            <a:r>
              <a:rPr lang="en-IN" sz="2800" dirty="0"/>
              <a:t>CSS3 – Creates an attractive and responsive design. </a:t>
            </a:r>
          </a:p>
          <a:p>
            <a:r>
              <a:rPr lang="en-IN" sz="2800" dirty="0"/>
              <a:t>JavaScript (ES6+) – Adds dynamic functionality and user interactions. </a:t>
            </a:r>
          </a:p>
          <a:p>
            <a:r>
              <a:rPr lang="en-IN" sz="2800" dirty="0"/>
              <a:t>Axios – Handel http request and Communicates with the backend APIs.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666052"/>
            <a:ext cx="6377940" cy="1293028"/>
          </a:xfrm>
        </p:spPr>
        <p:txBody>
          <a:bodyPr/>
          <a:lstStyle/>
          <a:p>
            <a:r>
              <a:rPr dirty="0"/>
              <a:t>Technology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993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500" b="1" dirty="0"/>
              <a:t>Backend</a:t>
            </a:r>
          </a:p>
          <a:p>
            <a:r>
              <a:rPr lang="en-IN" sz="3000" dirty="0"/>
              <a:t>Node.js – Runs the server-side application. </a:t>
            </a:r>
          </a:p>
          <a:p>
            <a:r>
              <a:rPr lang="en-IN" sz="3000" dirty="0"/>
              <a:t>Express.js – Manages routing, APIs, and server logic. </a:t>
            </a:r>
          </a:p>
          <a:p>
            <a:r>
              <a:rPr lang="en-IN" sz="3000" dirty="0"/>
              <a:t>MySQL – Stores crop information, market prices, user data, and prediction history. </a:t>
            </a:r>
          </a:p>
          <a:p>
            <a:r>
              <a:rPr lang="en-IN" sz="3000" dirty="0"/>
              <a:t>RESTful APIs – Connect the frontend with the backend.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Quality &amp;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Clean and maintainable code</a:t>
            </a:r>
          </a:p>
          <a:p>
            <a:r>
              <a:rPr dirty="0"/>
              <a:t> Git-based version control</a:t>
            </a:r>
          </a:p>
          <a:p>
            <a:r>
              <a:rPr dirty="0"/>
              <a:t> Scalable project architecture</a:t>
            </a:r>
          </a:p>
          <a:p>
            <a:r>
              <a:rPr dirty="0"/>
              <a:t> Improved performance and responsiveness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Future Enhancements</a:t>
            </a:r>
          </a:p>
          <a:p>
            <a:r>
              <a:rPr lang="en-IN" sz="2800" dirty="0"/>
              <a:t>Mobile application for farmers. </a:t>
            </a:r>
          </a:p>
          <a:p>
            <a:r>
              <a:rPr lang="en-IN" sz="2800" dirty="0"/>
              <a:t>Real-time market data integration. </a:t>
            </a:r>
          </a:p>
          <a:p>
            <a:r>
              <a:rPr lang="en-IN" sz="2800" dirty="0"/>
              <a:t>Weather forecasting integration. </a:t>
            </a:r>
          </a:p>
          <a:p>
            <a:r>
              <a:rPr lang="en-IN" sz="2800" dirty="0"/>
              <a:t>Multi-language support. </a:t>
            </a:r>
          </a:p>
          <a:p>
            <a:r>
              <a:rPr lang="en-IN" sz="2800" dirty="0"/>
              <a:t>AI chatbot with voice command for farming guidance. </a:t>
            </a:r>
          </a:p>
          <a:p>
            <a:r>
              <a:rPr lang="en-IN" sz="2800" dirty="0"/>
              <a:t>Government market price updates.</a:t>
            </a:r>
          </a:p>
          <a:p>
            <a:r>
              <a:rPr lang="en-IN" sz="2800" dirty="0"/>
              <a:t>User Authentication (Sign In / Sign Up).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Achievements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Enhanced understanding of full-stack web development.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Gained hands-on experience with React.js, Express.js, and MySQL.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Improved skills in API integration and database management.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Learned machine learning concepts for crop price prediction.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Developed a scalable and user-friendly application architecture.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Questions &amp; Answers</a:t>
            </a:r>
          </a:p>
          <a:p>
            <a:endParaRPr dirty="0"/>
          </a:p>
          <a:p>
            <a:r>
              <a:rPr dirty="0"/>
              <a:t>Presentation by </a:t>
            </a:r>
            <a:r>
              <a:rPr lang="en-US" dirty="0"/>
              <a:t>Gautam Parmar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262</TotalTime>
  <Words>766</Words>
  <Application>Microsoft Office PowerPoint</Application>
  <PresentationFormat>On-screen Show (4:3)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</vt:lpstr>
      <vt:lpstr>Vapor Trail</vt:lpstr>
      <vt:lpstr>AGRICULTURE CROP PRICE DISPLAY SYSTEM</vt:lpstr>
      <vt:lpstr>Project Overview</vt:lpstr>
      <vt:lpstr>Problem Statement &amp; Solution</vt:lpstr>
      <vt:lpstr>Key Features</vt:lpstr>
      <vt:lpstr>System Workflow &amp; Architecture</vt:lpstr>
      <vt:lpstr>Technology Stack</vt:lpstr>
      <vt:lpstr>Technology Stack </vt:lpstr>
      <vt:lpstr>Quality &amp; Reliability</vt:lpstr>
      <vt:lpstr>Future Scope</vt:lpstr>
      <vt:lpstr>Project Achievements &amp; Learnings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Gautam parmar</dc:creator>
  <cp:keywords/>
  <dc:description>generated using python-pptx</dc:description>
  <cp:lastModifiedBy>Gautam Parmar</cp:lastModifiedBy>
  <cp:revision>6</cp:revision>
  <dcterms:created xsi:type="dcterms:W3CDTF">2013-01-27T09:14:16Z</dcterms:created>
  <dcterms:modified xsi:type="dcterms:W3CDTF">2026-07-19T18:45:03Z</dcterms:modified>
  <cp:category/>
</cp:coreProperties>
</file>