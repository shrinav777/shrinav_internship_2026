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1828800"/>
            <a:ext cx="3200400" cy="3200400"/>
          </a:xfrm>
          <a:prstGeom prst="ellipse">
            <a:avLst/>
          </a:prstGeom>
          <a:solidFill>
            <a:srgbClr val="9B59FF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914400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1A1F45"/>
          </a:solidFill>
          <a:ln w="9525">
            <a:solidFill>
              <a:srgbClr val="2A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Mini Project 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Food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Ordering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web application for browsing menus, placing food orders,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managing restaurant operations — built with modern technologies.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4389120"/>
            <a:ext cx="2194560" cy="868680"/>
          </a:xfrm>
          <a:prstGeom prst="roundRect">
            <a:avLst>
              <a:gd name="adj" fmla="val 1578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Spring Boot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4389120"/>
            <a:ext cx="2194560" cy="868680"/>
          </a:xfrm>
          <a:prstGeom prst="roundRect">
            <a:avLst>
              <a:gd name="adj" fmla="val 1578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4389120"/>
            <a:ext cx="2194560" cy="868680"/>
          </a:xfrm>
          <a:prstGeom prst="roundRect">
            <a:avLst>
              <a:gd name="adj" fmla="val 1578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566928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🍔  🍕  🥤  🍰  🌮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this system do?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Browse a restaurant menu with search &amp; category filters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Add items to cart with quantity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Place food orders with customer delivery details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Admin panel for full CRUD management of menu items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Order tracking &amp; status management (Pending → Delivered)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Responsive, modern UI with glassmorphism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754880" cy="3840480"/>
          </a:xfrm>
          <a:prstGeom prst="roundRect">
            <a:avLst>
              <a:gd name="adj" fmla="val 3571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🍔 🍕 🥤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8580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FoodieHub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28346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food ordering solution covering the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entire workflow — from menu browsing to order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delivery. Built as a full-stack project demonstrating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integration, state management,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database operations.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4389120"/>
            <a:ext cx="1280160" cy="365760"/>
          </a:xfrm>
          <a:prstGeom prst="roundRect">
            <a:avLst>
              <a:gd name="adj" fmla="val 37500"/>
            </a:avLst>
          </a:prstGeom>
          <a:solidFill>
            <a:srgbClr val="1A2040"/>
          </a:solidFill>
          <a:ln w="9525">
            <a:solidFill>
              <a:srgbClr val="4E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 Frontend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32520" y="4389120"/>
            <a:ext cx="1280160" cy="365760"/>
          </a:xfrm>
          <a:prstGeom prst="roundRect">
            <a:avLst>
              <a:gd name="adj" fmla="val 37500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 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49840" y="4389120"/>
            <a:ext cx="1280160" cy="365760"/>
          </a:xfrm>
          <a:prstGeom prst="roundRect">
            <a:avLst>
              <a:gd name="adj" fmla="val 37500"/>
            </a:avLst>
          </a:prstGeom>
          <a:solidFill>
            <a:srgbClr val="1A2040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 Database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production-ready technologies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⚛️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v19.2.7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v8.1.1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🍃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v3.2.5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645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🐘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0525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256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5256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Client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v1.18.1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931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🧭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338328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8328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Routing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v7.18.1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931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☕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21792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1792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JDK 17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393192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905256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5256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ORM / Persistence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5256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Hibernate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Three-tier client-server architecture with REST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00784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 (Port 5173)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Components (JSX)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Router (SPA)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Context API (Cart State)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Axios (HTTP Requests)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CSS Glassmorphism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700784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97680" y="2240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(Port 8080)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REST Controllers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 Layer (Logic)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DTO (Data Transfer)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CORS Configuration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JPA Entity Mapping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645920"/>
            <a:ext cx="35661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700784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138160" y="2240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(Port 5432)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29260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menu_items table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orders table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order_items table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 DDL (Hibernate)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Relational Mapping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 →  Axios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5303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⟶    REST API (JSON)    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relational schema with 3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🍽️  menu_items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6276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27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BIGSERIAL PK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VARCHAR(100)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DECIMAL(10,2)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VARCHAR(50)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image_url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BOOLEAN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created_at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206240" y="146304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orders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16276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627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</a:t>
            </a:r>
            <a:endParaRPr lang="en-US" sz="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0116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BIGSERIAL PK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customer_name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VARCHAR(100)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customer_phone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VARCHAR(15)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customer_address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total_amount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DECIMAL(10,2)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VARCHAR(20)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created_at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046720" y="146304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 order_items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515600" y="16276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515600" y="1627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Table</a:t>
            </a:r>
            <a:endParaRPr lang="en-US" sz="8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0116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BIGSERIAL PK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order_id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BIGINT FK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menu_item_id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BIGINT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menu_item_name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quantity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2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A8C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DECIMAL(10,2)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6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Relationships:  orders  1 ── ∞  order_items  (OneToMany with CascadeType.ALL)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functionalities of the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Menu Browsing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items with category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and real-time search.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items, update quantities,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order summary &amp; totals.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381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Placement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delivery details 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orders via REST API.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23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Tracking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orders with status: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→ Confirmed → Delivered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4023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9768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Panel (CRUD)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Create, Read, Update,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for menu items.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4023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3816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Cart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 saved to localStorage;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persists across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CRUD operations via RESTful controllers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🍽️  Menu Items 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/api/menu-items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157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54480" y="27157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/api/menu-items/{id}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99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54480" y="3099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/api/menu-items/category/{cat}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83864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838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54480" y="34838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/api/menu-items/search?name=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67912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4E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679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38679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519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54480" y="4251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/api/menu-items/{id}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636008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360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54480" y="46360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/api/menu-items/{id}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146304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Orders Controller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1920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/api/orders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331720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3317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98080" y="2331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2715768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7157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7157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3099816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099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3099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/api/orders/status/{status}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3483864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4E8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4838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98080" y="34838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3867912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FFB3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8679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98080" y="38679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4251960"/>
            <a:ext cx="777240" cy="292608"/>
          </a:xfrm>
          <a:prstGeom prst="roundRect">
            <a:avLst>
              <a:gd name="adj" fmla="val 46875"/>
            </a:avLst>
          </a:prstGeom>
          <a:solidFill>
            <a:srgbClr val="1A2040"/>
          </a:solidFill>
          <a:ln w="9525">
            <a:solidFill>
              <a:srgbClr val="E74C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2519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4251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URL: http://localhost:8080/api  |  Format: JSON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user journey from browsing to delivery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6B35">
                    <a:alpha val="3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Menu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visits menu,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&amp; filters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6B35">
                    <a:alpha val="3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 added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controls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6B35">
                    <a:alpha val="3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name, phone,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&amp;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155448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6B35">
                    <a:alpha val="3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14400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14400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Placed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via POST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API, saved to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64008" cy="1920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" y="4297680"/>
            <a:ext cx="11247120" cy="1920240"/>
          </a:xfrm>
          <a:prstGeom prst="roundRect">
            <a:avLst>
              <a:gd name="adj" fmla="val 7143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Admin Workflow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can Create, Edit, Delete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items. Toggle availability.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prices, categories &amp; images.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orders, expand details.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status: PENDING 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→ PREPARING → DELIVERED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Stats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items, available items, and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count. Orders page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status filters with counts.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Organized, modular codebase following best practices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17904"/>
            <a:ext cx="5577840" cy="4663440"/>
          </a:xfrm>
          <a:prstGeom prst="roundRect">
            <a:avLst>
              <a:gd name="adj" fmla="val 2941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  Frontend (React + Vite)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Navbar.jsx         // Navigation bar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MenuCard.jsx       // Food item card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MenuForm.jsx       // Admin add/edit form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Home.jsx           // Landing page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Menu.jsx           // Menu browsing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Cart.jsx           // Cart + checkout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Orders.jsx         // Order tracking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AdminMenu.jsx      // Admin CRUD panel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context/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CartContext.jsx     // Cart state management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api.js             // Axios API layer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App.jsx                // Router setup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main.jsx               // Entry point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4864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517904"/>
            <a:ext cx="5486400" cy="4663440"/>
          </a:xfrm>
          <a:prstGeom prst="roundRect">
            <a:avLst>
              <a:gd name="adj" fmla="val 2941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  Backend (Spring Boot)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com.foodorder/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MenuItem.java      // Menu entity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Order.java         // Order entity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OrderItem.java     // Order line item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MenuItemController // Menu REST API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OrderController    // Order REST API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MenuItemService    // Menu business logic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OrderService       // Order business logic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MenuItemRepository // JPA repository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OrderRepository    // JPA repository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dto/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OrderRequest.java  // Request DTO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CorsConfig.java    // CORS setup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FoodOrderApplication   // Main class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1737360" cy="1097280"/>
          </a:xfrm>
          <a:prstGeom prst="roundRect">
            <a:avLst>
              <a:gd name="adj" fmla="val 1250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560320"/>
            <a:ext cx="1737360" cy="1097280"/>
          </a:xfrm>
          <a:prstGeom prst="roundRect">
            <a:avLst>
              <a:gd name="adj" fmla="val 1250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1737360" cy="1097280"/>
          </a:xfrm>
          <a:prstGeom prst="roundRect">
            <a:avLst>
              <a:gd name="adj" fmla="val 1250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2560320"/>
            <a:ext cx="1737360" cy="1097280"/>
          </a:xfrm>
          <a:prstGeom prst="roundRect">
            <a:avLst>
              <a:gd name="adj" fmla="val 12500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4114800"/>
            <a:ext cx="8531352" cy="1463040"/>
          </a:xfrm>
          <a:prstGeom prst="roundRect">
            <a:avLst>
              <a:gd name="adj" fmla="val 9375"/>
            </a:avLst>
          </a:prstGeom>
          <a:solidFill>
            <a:srgbClr val="141836"/>
          </a:solidFill>
          <a:ln w="9525">
            <a:solidFill>
              <a:srgbClr val="2A2F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Future Enhancements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663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8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User Authentication     💳 Payment Gateway     📍 Real-time Tracking     ⭐ Ratings &amp; Reviews     📱 Mobile PWA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5943600"/>
            <a:ext cx="670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🍔  🍕  🥤  🍰  🌮  🍜  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Ordering System</dc:title>
  <dc:subject>Mini Project Presentation</dc:subject>
  <dc:creator>Kishan</dc:creator>
  <cp:lastModifiedBy>Kishan</cp:lastModifiedBy>
  <cp:revision>1</cp:revision>
  <dcterms:created xsi:type="dcterms:W3CDTF">2026-07-20T08:12:20Z</dcterms:created>
  <dcterms:modified xsi:type="dcterms:W3CDTF">2026-07-20T08:12:20Z</dcterms:modified>
</cp:coreProperties>
</file>