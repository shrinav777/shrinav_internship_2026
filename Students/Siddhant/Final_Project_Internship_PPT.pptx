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310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Book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CRUD Web Application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10640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 •  Spring Boot  •  MySQL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943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Siddhant Trivedi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Sunday, 19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5394960" cy="4480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A2B2E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82880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Book is a real-life application that lets a user store, search, and manage personal contacts — name, phone, email, and address — entirely through the web.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6576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assigned to demonstrate a complete CRUD workflow — Create, Read, Update, Delete — built with a separate frontend and backend, as required for the internship task.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1143000"/>
            <a:ext cx="5166360" cy="4480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720840" y="1463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66560" y="205740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2057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4" dirty="0"/>
          </a:p>
        </p:txBody>
      </p:sp>
      <p:sp>
        <p:nvSpPr>
          <p:cNvPr id="12" name="Text 10"/>
          <p:cNvSpPr/>
          <p:nvPr/>
        </p:nvSpPr>
        <p:spPr>
          <a:xfrm>
            <a:off x="7223760" y="20116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full-stack CRUD application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267919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2679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4" dirty="0"/>
          </a:p>
        </p:txBody>
      </p:sp>
      <p:sp>
        <p:nvSpPr>
          <p:cNvPr id="15" name="Text 13"/>
          <p:cNvSpPr/>
          <p:nvPr/>
        </p:nvSpPr>
        <p:spPr>
          <a:xfrm>
            <a:off x="7223760" y="26334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Separate, connected frontend and backend layers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330098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300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4" dirty="0"/>
          </a:p>
        </p:txBody>
      </p:sp>
      <p:sp>
        <p:nvSpPr>
          <p:cNvPr id="18" name="Text 16"/>
          <p:cNvSpPr/>
          <p:nvPr/>
        </p:nvSpPr>
        <p:spPr>
          <a:xfrm>
            <a:off x="7223760" y="325526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 reliably in a relational database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392277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922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4" dirty="0"/>
          </a:p>
        </p:txBody>
      </p:sp>
      <p:sp>
        <p:nvSpPr>
          <p:cNvPr id="21" name="Text 19"/>
          <p:cNvSpPr/>
          <p:nvPr/>
        </p:nvSpPr>
        <p:spPr>
          <a:xfrm>
            <a:off x="7223760" y="387705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concepts taught in internship lectures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454456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544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4" dirty="0"/>
          </a:p>
        </p:txBody>
      </p:sp>
      <p:sp>
        <p:nvSpPr>
          <p:cNvPr id="24" name="Text 22"/>
          <p:cNvSpPr/>
          <p:nvPr/>
        </p:nvSpPr>
        <p:spPr>
          <a:xfrm>
            <a:off x="7223760" y="449884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real-life, non-generic use case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working contact manager needs, wrapped in a clean interface.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5204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2B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659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10" dirty="0"/>
          </a:p>
        </p:txBody>
      </p:sp>
      <p:sp>
        <p:nvSpPr>
          <p:cNvPr id="7" name="Text 5"/>
          <p:cNvSpPr/>
          <p:nvPr/>
        </p:nvSpPr>
        <p:spPr>
          <a:xfrm>
            <a:off x="1618488" y="19476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6060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contact with name, phone, email, and address via a simple form.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691640"/>
            <a:ext cx="35204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2B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19659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5321808" y="19476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26060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every saved contact instantly in a clean, organized table.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5008" y="1691640"/>
            <a:ext cx="35204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2B2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9328" y="19659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9025128" y="194767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9328" y="26060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contact list live by typing a name.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" y="4069080"/>
            <a:ext cx="35204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2B2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" y="4343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1618488" y="4325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2688" y="498348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 existing contact's details in place.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61688" y="4069080"/>
            <a:ext cx="35204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2B2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4343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4636008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10" dirty="0"/>
          </a:p>
        </p:txBody>
      </p:sp>
      <p:sp>
        <p:nvSpPr>
          <p:cNvPr id="27" name="Text 25"/>
          <p:cNvSpPr/>
          <p:nvPr/>
        </p:nvSpPr>
        <p:spPr>
          <a:xfrm>
            <a:off x="5321808" y="4325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36008" y="498348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contact permanently with a single click.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65008" y="4069080"/>
            <a:ext cx="352044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2B2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39328" y="43434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343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10" dirty="0"/>
          </a:p>
        </p:txBody>
      </p:sp>
      <p:sp>
        <p:nvSpPr>
          <p:cNvPr id="32" name="Text 30"/>
          <p:cNvSpPr/>
          <p:nvPr/>
        </p:nvSpPr>
        <p:spPr>
          <a:xfrm>
            <a:off x="9025128" y="4325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39328" y="498348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guide correct entry for phone, email, and address.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three-tier architecture: React talks to Spring Boot, which talks to MySQL.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874520"/>
            <a:ext cx="3429000" cy="4206240"/>
          </a:xfrm>
          <a:prstGeom prst="rect">
            <a:avLst/>
          </a:prstGeom>
          <a:solidFill>
            <a:srgbClr val="1238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007108" y="22402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2007108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658368" y="3246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35661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Vite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408" y="425196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UI, fast dev server, calls REST endpoints for every CRUD action.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7408" y="1874520"/>
            <a:ext cx="3429000" cy="4206240"/>
          </a:xfrm>
          <a:prstGeom prst="rect">
            <a:avLst/>
          </a:prstGeom>
          <a:solidFill>
            <a:srgbClr val="12383D"/>
          </a:solidFill>
          <a:ln/>
        </p:spPr>
      </p:sp>
      <p:sp>
        <p:nvSpPr>
          <p:cNvPr id="11" name="Shape 9"/>
          <p:cNvSpPr/>
          <p:nvPr/>
        </p:nvSpPr>
        <p:spPr>
          <a:xfrm>
            <a:off x="5756148" y="22402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756148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60" dirty="0"/>
          </a:p>
        </p:txBody>
      </p:sp>
      <p:sp>
        <p:nvSpPr>
          <p:cNvPr id="13" name="Text 11"/>
          <p:cNvSpPr/>
          <p:nvPr/>
        </p:nvSpPr>
        <p:spPr>
          <a:xfrm>
            <a:off x="4407408" y="3246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07408" y="35661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27448" y="425196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REST APIs, handles business logic, and connects to the database via JPA/Hibernate.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56448" y="1874520"/>
            <a:ext cx="3429000" cy="4206240"/>
          </a:xfrm>
          <a:prstGeom prst="rect">
            <a:avLst/>
          </a:prstGeom>
          <a:solidFill>
            <a:srgbClr val="12383D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5188" y="22402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9505188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60" dirty="0"/>
          </a:p>
        </p:txBody>
      </p:sp>
      <p:sp>
        <p:nvSpPr>
          <p:cNvPr id="19" name="Text 17"/>
          <p:cNvSpPr/>
          <p:nvPr/>
        </p:nvSpPr>
        <p:spPr>
          <a:xfrm>
            <a:off x="8156448" y="32461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C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56448" y="35661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76488" y="4251960"/>
            <a:ext cx="2788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C9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that persistently stores every contact record.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 from the browser to the database and back.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2651760" cy="1463040"/>
          </a:xfrm>
          <a:prstGeom prst="rect">
            <a:avLst/>
          </a:prstGeom>
          <a:solidFill>
            <a:srgbClr val="F4F9F8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(localhost:5173)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54880" y="2743200"/>
            <a:ext cx="2651760" cy="1463040"/>
          </a:xfrm>
          <a:prstGeom prst="rect">
            <a:avLst/>
          </a:prstGeom>
          <a:solidFill>
            <a:srgbClr val="F4F9F8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 + Service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69680" y="2743200"/>
            <a:ext cx="2651760" cy="1463040"/>
          </a:xfrm>
          <a:prstGeom prst="rect">
            <a:avLst/>
          </a:prstGeom>
          <a:solidFill>
            <a:srgbClr val="F4F9F8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table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47288" y="3474720"/>
            <a:ext cx="1170432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447288" y="297180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(JSON)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47288" y="3611880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POST / PUT / DELETE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43800" y="3474720"/>
            <a:ext cx="118872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543800" y="2971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43800" y="3611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JPA / Hibernate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8368" y="4892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521208" y="5349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the form or clicks Edit/Delete in the browser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01568" y="4892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3401568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3264408" y="5349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sends an HTTP request to the Spring Boot REST API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44768" y="4892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144768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007608" y="5349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processes it and reads/writes to MySQL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887968" y="489204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8887968" y="4892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8750808" y="5349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flows back and the UI table updates instantly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87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related MySQL tables: contacts and the new accounts table used for login.</a:t>
            </a:r>
            <a:endParaRPr lang="en-US" sz="1400" dirty="0"/>
          </a:p>
        </p:txBody>
      </p:sp>
      <p:sp>
        <p:nvSpPr>
          <p:cNvPr id="4" name="Shape 4"/>
          <p:cNvSpPr/>
          <p:nvPr/>
        </p:nvSpPr>
        <p:spPr>
          <a:xfrm>
            <a:off x="658368" y="1691640"/>
            <a:ext cx="5254752" cy="39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2B2E">
                <a:alpha val="10000"/>
              </a:srgbClr>
            </a:outerShdw>
          </a:effectLst>
        </p:spPr>
      </p:sp>
      <p:sp>
        <p:nvSpPr>
          <p:cNvPr id="5" name="Text 5"/>
          <p:cNvSpPr/>
          <p:nvPr/>
        </p:nvSpPr>
        <p:spPr>
          <a:xfrm>
            <a:off x="960120" y="1874520"/>
            <a:ext cx="465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</a:t>
            </a:r>
            <a:endParaRPr lang="en-US" sz="1500" dirty="0"/>
          </a:p>
        </p:txBody>
      </p:sp>
      <p:sp>
        <p:nvSpPr>
          <p:cNvPr id="6" name="Shape 6"/>
          <p:cNvSpPr/>
          <p:nvPr/>
        </p:nvSpPr>
        <p:spPr>
          <a:xfrm>
            <a:off x="886968" y="2331720"/>
            <a:ext cx="4797552" cy="50292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7" name="Text 7"/>
          <p:cNvSpPr/>
          <p:nvPr/>
        </p:nvSpPr>
        <p:spPr>
          <a:xfrm>
            <a:off x="1024128" y="233172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300" dirty="0"/>
          </a:p>
        </p:txBody>
      </p:sp>
      <p:sp>
        <p:nvSpPr>
          <p:cNvPr id="8" name="Text 8"/>
          <p:cNvSpPr/>
          <p:nvPr/>
        </p:nvSpPr>
        <p:spPr>
          <a:xfrm>
            <a:off x="2879008" y="233172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 (PK, auto-increment)</a:t>
            </a:r>
            <a:endParaRPr lang="en-US" sz="1200" dirty="0"/>
          </a:p>
        </p:txBody>
      </p:sp>
      <p:sp>
        <p:nvSpPr>
          <p:cNvPr id="9" name="Text 9"/>
          <p:cNvSpPr/>
          <p:nvPr/>
        </p:nvSpPr>
        <p:spPr>
          <a:xfrm>
            <a:off x="1024128" y="283464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</a:t>
            </a:r>
            <a:endParaRPr lang="en-US" sz="1300" dirty="0"/>
          </a:p>
        </p:txBody>
      </p:sp>
      <p:sp>
        <p:nvSpPr>
          <p:cNvPr id="10" name="Text 10"/>
          <p:cNvSpPr/>
          <p:nvPr/>
        </p:nvSpPr>
        <p:spPr>
          <a:xfrm>
            <a:off x="2879008" y="283464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VARCHAR(100), not null</a:t>
            </a:r>
            <a:endParaRPr lang="en-US" sz="1200" dirty="0"/>
          </a:p>
        </p:txBody>
      </p:sp>
      <p:sp>
        <p:nvSpPr>
          <p:cNvPr id="11" name="Shape 11"/>
          <p:cNvSpPr/>
          <p:nvPr/>
        </p:nvSpPr>
        <p:spPr>
          <a:xfrm>
            <a:off x="886968" y="3337560"/>
            <a:ext cx="4797552" cy="50292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2" name="Text 12"/>
          <p:cNvSpPr/>
          <p:nvPr/>
        </p:nvSpPr>
        <p:spPr>
          <a:xfrm>
            <a:off x="1024128" y="333756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phone_number</a:t>
            </a:r>
            <a:endParaRPr lang="en-US" sz="1300" dirty="0"/>
          </a:p>
        </p:txBody>
      </p:sp>
      <p:sp>
        <p:nvSpPr>
          <p:cNvPr id="13" name="Text 13"/>
          <p:cNvSpPr/>
          <p:nvPr/>
        </p:nvSpPr>
        <p:spPr>
          <a:xfrm>
            <a:off x="2879008" y="333756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VARCHAR(15)</a:t>
            </a:r>
            <a:endParaRPr lang="en-US" sz="1200" dirty="0"/>
          </a:p>
        </p:txBody>
      </p:sp>
      <p:sp>
        <p:nvSpPr>
          <p:cNvPr id="14" name="Text 14"/>
          <p:cNvSpPr/>
          <p:nvPr/>
        </p:nvSpPr>
        <p:spPr>
          <a:xfrm>
            <a:off x="1024128" y="384048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300" dirty="0"/>
          </a:p>
        </p:txBody>
      </p:sp>
      <p:sp>
        <p:nvSpPr>
          <p:cNvPr id="15" name="Text 15"/>
          <p:cNvSpPr/>
          <p:nvPr/>
        </p:nvSpPr>
        <p:spPr>
          <a:xfrm>
            <a:off x="2879008" y="384048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886968" y="4343400"/>
            <a:ext cx="4797552" cy="50292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17" name="Text 17"/>
          <p:cNvSpPr/>
          <p:nvPr/>
        </p:nvSpPr>
        <p:spPr>
          <a:xfrm>
            <a:off x="1024128" y="434340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endParaRPr lang="en-US" sz="1300" dirty="0"/>
          </a:p>
        </p:txBody>
      </p:sp>
      <p:sp>
        <p:nvSpPr>
          <p:cNvPr id="18" name="Text 18"/>
          <p:cNvSpPr/>
          <p:nvPr/>
        </p:nvSpPr>
        <p:spPr>
          <a:xfrm>
            <a:off x="2879008" y="434340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VARCHAR(255)</a:t>
            </a:r>
            <a:endParaRPr lang="en-US" sz="1200" dirty="0"/>
          </a:p>
        </p:txBody>
      </p:sp>
      <p:sp>
        <p:nvSpPr>
          <p:cNvPr id="19" name="Text 19"/>
          <p:cNvSpPr/>
          <p:nvPr/>
        </p:nvSpPr>
        <p:spPr>
          <a:xfrm>
            <a:off x="1024128" y="484632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1300" dirty="0"/>
          </a:p>
        </p:txBody>
      </p:sp>
      <p:sp>
        <p:nvSpPr>
          <p:cNvPr id="20" name="Text 20"/>
          <p:cNvSpPr/>
          <p:nvPr/>
        </p:nvSpPr>
        <p:spPr>
          <a:xfrm>
            <a:off x="2879008" y="484632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 (FK -&gt; accounts.id)</a:t>
            </a:r>
            <a:endParaRPr lang="en-US" sz="1200" dirty="0"/>
          </a:p>
        </p:txBody>
      </p:sp>
      <p:sp>
        <p:nvSpPr>
          <p:cNvPr id="21" name="Shape 21"/>
          <p:cNvSpPr/>
          <p:nvPr/>
        </p:nvSpPr>
        <p:spPr>
          <a:xfrm>
            <a:off x="6278880" y="1691640"/>
            <a:ext cx="5254752" cy="39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A2B2E">
                <a:alpha val="10000"/>
              </a:srgbClr>
            </a:outerShdw>
          </a:effectLst>
        </p:spPr>
      </p:sp>
      <p:sp>
        <p:nvSpPr>
          <p:cNvPr id="22" name="Text 22"/>
          <p:cNvSpPr/>
          <p:nvPr/>
        </p:nvSpPr>
        <p:spPr>
          <a:xfrm>
            <a:off x="6580632" y="1874520"/>
            <a:ext cx="4651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23" name="Shape 23"/>
          <p:cNvSpPr/>
          <p:nvPr/>
        </p:nvSpPr>
        <p:spPr>
          <a:xfrm>
            <a:off x="6507480" y="2331720"/>
            <a:ext cx="4797552" cy="50292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24" name="Text 24"/>
          <p:cNvSpPr/>
          <p:nvPr/>
        </p:nvSpPr>
        <p:spPr>
          <a:xfrm>
            <a:off x="6644640" y="233172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300" dirty="0"/>
          </a:p>
        </p:txBody>
      </p:sp>
      <p:sp>
        <p:nvSpPr>
          <p:cNvPr id="25" name="Text 25"/>
          <p:cNvSpPr/>
          <p:nvPr/>
        </p:nvSpPr>
        <p:spPr>
          <a:xfrm>
            <a:off x="8499520" y="233172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BIGINT (PK, auto-increment)</a:t>
            </a:r>
            <a:endParaRPr lang="en-US" sz="1200" dirty="0"/>
          </a:p>
        </p:txBody>
      </p:sp>
      <p:sp>
        <p:nvSpPr>
          <p:cNvPr id="26" name="Text 26"/>
          <p:cNvSpPr/>
          <p:nvPr/>
        </p:nvSpPr>
        <p:spPr>
          <a:xfrm>
            <a:off x="6644640" y="283464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300" dirty="0"/>
          </a:p>
        </p:txBody>
      </p:sp>
      <p:sp>
        <p:nvSpPr>
          <p:cNvPr id="27" name="Text 27"/>
          <p:cNvSpPr/>
          <p:nvPr/>
        </p:nvSpPr>
        <p:spPr>
          <a:xfrm>
            <a:off x="8499520" y="283464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VARCHAR(50), unique, not null</a:t>
            </a:r>
            <a:endParaRPr lang="en-US" sz="1200" dirty="0"/>
          </a:p>
        </p:txBody>
      </p:sp>
      <p:sp>
        <p:nvSpPr>
          <p:cNvPr id="28" name="Shape 28"/>
          <p:cNvSpPr/>
          <p:nvPr/>
        </p:nvSpPr>
        <p:spPr>
          <a:xfrm>
            <a:off x="6507480" y="3337560"/>
            <a:ext cx="4797552" cy="50292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29" name="Text 29"/>
          <p:cNvSpPr/>
          <p:nvPr/>
        </p:nvSpPr>
        <p:spPr>
          <a:xfrm>
            <a:off x="6644640" y="333756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endParaRPr lang="en-US" sz="1300" dirty="0"/>
          </a:p>
        </p:txBody>
      </p:sp>
      <p:sp>
        <p:nvSpPr>
          <p:cNvPr id="30" name="Text 30"/>
          <p:cNvSpPr/>
          <p:nvPr/>
        </p:nvSpPr>
        <p:spPr>
          <a:xfrm>
            <a:off x="8499520" y="333756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VARCHAR(255), not null</a:t>
            </a:r>
            <a:endParaRPr lang="en-US" sz="1200" dirty="0"/>
          </a:p>
        </p:txBody>
      </p:sp>
      <p:sp>
        <p:nvSpPr>
          <p:cNvPr id="31" name="Text 31"/>
          <p:cNvSpPr/>
          <p:nvPr/>
        </p:nvSpPr>
        <p:spPr>
          <a:xfrm>
            <a:off x="6644640" y="384048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300" dirty="0"/>
          </a:p>
        </p:txBody>
      </p:sp>
      <p:sp>
        <p:nvSpPr>
          <p:cNvPr id="32" name="Text 32"/>
          <p:cNvSpPr/>
          <p:nvPr/>
        </p:nvSpPr>
        <p:spPr>
          <a:xfrm>
            <a:off x="8499520" y="384048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VARCHAR(100), unique</a:t>
            </a:r>
            <a:endParaRPr lang="en-US" sz="1200" dirty="0"/>
          </a:p>
        </p:txBody>
      </p:sp>
      <p:sp>
        <p:nvSpPr>
          <p:cNvPr id="33" name="Shape 33"/>
          <p:cNvSpPr/>
          <p:nvPr/>
        </p:nvSpPr>
        <p:spPr>
          <a:xfrm>
            <a:off x="6507480" y="4343400"/>
            <a:ext cx="4797552" cy="502920"/>
          </a:xfrm>
          <a:prstGeom prst="rect">
            <a:avLst/>
          </a:prstGeom>
          <a:solidFill>
            <a:srgbClr val="F4F9F8"/>
          </a:solidFill>
          <a:ln/>
        </p:spPr>
      </p:sp>
      <p:sp>
        <p:nvSpPr>
          <p:cNvPr id="34" name="Text 34"/>
          <p:cNvSpPr/>
          <p:nvPr/>
        </p:nvSpPr>
        <p:spPr>
          <a:xfrm>
            <a:off x="6644640" y="434340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300" dirty="0"/>
          </a:p>
        </p:txBody>
      </p:sp>
      <p:sp>
        <p:nvSpPr>
          <p:cNvPr id="35" name="Text 35"/>
          <p:cNvSpPr/>
          <p:nvPr/>
        </p:nvSpPr>
        <p:spPr>
          <a:xfrm>
            <a:off x="8499520" y="434340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DATETIME</a:t>
            </a:r>
            <a:endParaRPr lang="en-US" sz="1200" dirty="0"/>
          </a:p>
        </p:txBody>
      </p:sp>
      <p:sp>
        <p:nvSpPr>
          <p:cNvPr id="36" name="Text 36"/>
          <p:cNvSpPr/>
          <p:nvPr/>
        </p:nvSpPr>
        <p:spPr>
          <a:xfrm>
            <a:off x="6644640" y="4846320"/>
            <a:ext cx="1706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300" dirty="0"/>
          </a:p>
        </p:txBody>
      </p:sp>
      <p:sp>
        <p:nvSpPr>
          <p:cNvPr id="37" name="Text 37"/>
          <p:cNvSpPr/>
          <p:nvPr/>
        </p:nvSpPr>
        <p:spPr>
          <a:xfrm>
            <a:off x="8499520" y="4846320"/>
            <a:ext cx="2805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VARCHAR(20), default 'USER'</a:t>
            </a:r>
            <a:endParaRPr lang="en-US" sz="1200" dirty="0"/>
          </a:p>
        </p:txBody>
      </p:sp>
      <p:sp>
        <p:nvSpPr>
          <p:cNvPr id="38" name="Text 38"/>
          <p:cNvSpPr/>
          <p:nvPr/>
        </p:nvSpPr>
        <p:spPr>
          <a:xfrm>
            <a:off x="658368" y="5740680"/>
            <a:ext cx="1087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contact belongs to one account, so users only see and manage their own contacts.</a:t>
            </a:r>
            <a:endParaRPr lang="en-US" sz="1200" dirty="0"/>
          </a:p>
        </p:txBody>
      </p:sp>
      <p:sp>
        <p:nvSpPr>
          <p:cNvPr id="39" name="Text 3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in 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05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Contact Book UI — add, search, edit, and delete, all in one screen.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75004" y="1527048"/>
            <a:ext cx="9037356" cy="4873752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27000" dist="50800" dir="5400000" algn="bl" rotWithShape="0">
              <a:srgbClr val="1A2B2E">
                <a:alpha val="18000"/>
              </a:srgbClr>
            </a:outerShdw>
          </a:effectLst>
        </p:spPr>
      </p:sp>
      <p:pic>
        <p:nvPicPr>
          <p:cNvPr id="5" name="Image 0" descr="/home/claude/ppt/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004" y="1527048"/>
            <a:ext cx="9037356" cy="4873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60" dirty="0"/>
          </a:p>
        </p:txBody>
      </p:sp>
      <p:sp>
        <p:nvSpPr>
          <p:cNvPr id="7" name="Text 5"/>
          <p:cNvSpPr/>
          <p:nvPr/>
        </p:nvSpPr>
        <p:spPr>
          <a:xfrm>
            <a:off x="1143000" y="1739693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app with separate frontend and backend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60" dirty="0"/>
          </a:p>
        </p:txBody>
      </p:sp>
      <p:sp>
        <p:nvSpPr>
          <p:cNvPr id="10" name="Text 8"/>
          <p:cNvSpPr/>
          <p:nvPr/>
        </p:nvSpPr>
        <p:spPr>
          <a:xfrm>
            <a:off x="1143000" y="2331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UI connected to a Spring Boot REST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60" dirty="0"/>
          </a:p>
        </p:txBody>
      </p:sp>
      <p:sp>
        <p:nvSpPr>
          <p:cNvPr id="13" name="Text 11"/>
          <p:cNvSpPr/>
          <p:nvPr/>
        </p:nvSpPr>
        <p:spPr>
          <a:xfrm>
            <a:off x="1143000" y="2927573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persisted reliably in MySQL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60" dirty="0"/>
          </a:p>
        </p:txBody>
      </p:sp>
      <p:sp>
        <p:nvSpPr>
          <p:cNvPr id="16" name="Text 14"/>
          <p:cNvSpPr/>
          <p:nvPr/>
        </p:nvSpPr>
        <p:spPr>
          <a:xfrm>
            <a:off x="1127761" y="3521933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and clean, usable interface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187452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874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60" dirty="0"/>
          </a:p>
        </p:txBody>
      </p:sp>
      <p:sp>
        <p:nvSpPr>
          <p:cNvPr id="21" name="Text 19"/>
          <p:cNvSpPr/>
          <p:nvPr/>
        </p:nvSpPr>
        <p:spPr>
          <a:xfrm>
            <a:off x="6812280" y="1737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and per-user contact lists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246888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6812280" y="232910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for large contact lists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30632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063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6812280" y="2926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contacts as CSV or vCard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365760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6812280" y="3521933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frontend and backend to the cloud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5943600"/>
            <a:ext cx="10789920" cy="18288"/>
          </a:xfrm>
          <a:prstGeom prst="rect">
            <a:avLst/>
          </a:prstGeom>
          <a:solidFill>
            <a:srgbClr val="1E4C50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647</Words>
  <Application>Microsoft Office PowerPoint</Application>
  <PresentationFormat>Widescreen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Siddhant Trivedi</cp:lastModifiedBy>
  <cp:revision>7</cp:revision>
  <dcterms:created xsi:type="dcterms:W3CDTF">2026-07-18T10:29:26Z</dcterms:created>
  <dcterms:modified xsi:type="dcterms:W3CDTF">2026-07-20T05:46:32Z</dcterms:modified>
</cp:coreProperties>
</file>